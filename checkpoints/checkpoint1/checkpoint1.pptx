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8" r:id="rId4"/>
    <p:sldId id="259" r:id="rId5"/>
    <p:sldId id="257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A85A07-1553-43C0-89B9-68F1CD46E93F}" v="28" dt="2026-05-21T16:04:08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atriz Martinho Moreira" userId="7febdc12-d31f-476a-ae82-c36056b705fd" providerId="ADAL" clId="{8C9244CE-6B90-49E8-83FC-CB148743C655}"/>
    <pc:docChg chg="undo redo custSel addSld modSld sldOrd modMainMaster">
      <pc:chgData name="Beatriz Martinho Moreira" userId="7febdc12-d31f-476a-ae82-c36056b705fd" providerId="ADAL" clId="{8C9244CE-6B90-49E8-83FC-CB148743C655}" dt="2026-05-21T16:04:40.432" v="302" actId="12788"/>
      <pc:docMkLst>
        <pc:docMk/>
      </pc:docMkLst>
      <pc:sldChg chg="addSp delSp modSp mod setBg">
        <pc:chgData name="Beatriz Martinho Moreira" userId="7febdc12-d31f-476a-ae82-c36056b705fd" providerId="ADAL" clId="{8C9244CE-6B90-49E8-83FC-CB148743C655}" dt="2026-05-21T16:04:40.432" v="302" actId="12788"/>
        <pc:sldMkLst>
          <pc:docMk/>
          <pc:sldMk cId="0" sldId="256"/>
        </pc:sldMkLst>
        <pc:spChg chg="mod">
          <ac:chgData name="Beatriz Martinho Moreira" userId="7febdc12-d31f-476a-ae82-c36056b705fd" providerId="ADAL" clId="{8C9244CE-6B90-49E8-83FC-CB148743C655}" dt="2026-05-20T22:26:43.281" v="173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Beatriz Martinho Moreira" userId="7febdc12-d31f-476a-ae82-c36056b705fd" providerId="ADAL" clId="{8C9244CE-6B90-49E8-83FC-CB148743C655}" dt="2026-05-20T22:26:43.281" v="173" actId="2711"/>
          <ac:spMkLst>
            <pc:docMk/>
            <pc:sldMk cId="0" sldId="256"/>
            <ac:spMk id="3" creationId="{00000000-0000-0000-0000-000000000000}"/>
          </ac:spMkLst>
        </pc:spChg>
        <pc:spChg chg="del">
          <ac:chgData name="Beatriz Martinho Moreira" userId="7febdc12-d31f-476a-ae82-c36056b705fd" providerId="ADAL" clId="{8C9244CE-6B90-49E8-83FC-CB148743C655}" dt="2026-05-20T18:06:28.585" v="0" actId="26606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Beatriz Martinho Moreira" userId="7febdc12-d31f-476a-ae82-c36056b705fd" providerId="ADAL" clId="{8C9244CE-6B90-49E8-83FC-CB148743C655}" dt="2026-05-21T16:04:40.432" v="302" actId="12788"/>
          <ac:spMkLst>
            <pc:docMk/>
            <pc:sldMk cId="0" sldId="256"/>
            <ac:spMk id="4" creationId="{6B3CC04C-BEA4-8041-2881-569CE3AF37A4}"/>
          </ac:spMkLst>
        </pc:spChg>
        <pc:spChg chg="add del mod">
          <ac:chgData name="Beatriz Martinho Moreira" userId="7febdc12-d31f-476a-ae82-c36056b705fd" providerId="ADAL" clId="{8C9244CE-6B90-49E8-83FC-CB148743C655}" dt="2026-05-20T19:45:15.386" v="165" actId="478"/>
          <ac:spMkLst>
            <pc:docMk/>
            <pc:sldMk cId="0" sldId="256"/>
            <ac:spMk id="4" creationId="{F7A1D94B-7519-5EC5-D3DC-A569E0C18FAF}"/>
          </ac:spMkLst>
        </pc:spChg>
        <pc:spChg chg="del mod">
          <ac:chgData name="Beatriz Martinho Moreira" userId="7febdc12-d31f-476a-ae82-c36056b705fd" providerId="ADAL" clId="{8C9244CE-6B90-49E8-83FC-CB148743C655}" dt="2026-05-20T18:06:33.129" v="1" actId="478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Beatriz Martinho Moreira" userId="7febdc12-d31f-476a-ae82-c36056b705fd" providerId="ADAL" clId="{8C9244CE-6B90-49E8-83FC-CB148743C655}" dt="2026-05-20T19:45:54.790" v="167" actId="478"/>
          <ac:spMkLst>
            <pc:docMk/>
            <pc:sldMk cId="0" sldId="256"/>
            <ac:spMk id="5" creationId="{06AE56AD-79A6-A1D5-6537-437572CE7F8A}"/>
          </ac:spMkLst>
        </pc:spChg>
        <pc:spChg chg="add del mod">
          <ac:chgData name="Beatriz Martinho Moreira" userId="7febdc12-d31f-476a-ae82-c36056b705fd" providerId="ADAL" clId="{8C9244CE-6B90-49E8-83FC-CB148743C655}" dt="2026-05-20T18:07:36.980" v="19"/>
          <ac:spMkLst>
            <pc:docMk/>
            <pc:sldMk cId="0" sldId="256"/>
            <ac:spMk id="6" creationId="{3C9ADA90-4360-127B-0D23-1DEA15B20F16}"/>
          </ac:spMkLst>
        </pc:spChg>
        <pc:spChg chg="add del mod">
          <ac:chgData name="Beatriz Martinho Moreira" userId="7febdc12-d31f-476a-ae82-c36056b705fd" providerId="ADAL" clId="{8C9244CE-6B90-49E8-83FC-CB148743C655}" dt="2026-05-20T20:22:03.714" v="169" actId="478"/>
          <ac:spMkLst>
            <pc:docMk/>
            <pc:sldMk cId="0" sldId="256"/>
            <ac:spMk id="6" creationId="{EF2435CB-396A-30D5-6973-220B3FD4F980}"/>
          </ac:spMkLst>
        </pc:spChg>
        <pc:spChg chg="add del">
          <ac:chgData name="Beatriz Martinho Moreira" userId="7febdc12-d31f-476a-ae82-c36056b705fd" providerId="ADAL" clId="{8C9244CE-6B90-49E8-83FC-CB148743C655}" dt="2026-05-20T18:07:50.163" v="26" actId="26606"/>
          <ac:spMkLst>
            <pc:docMk/>
            <pc:sldMk cId="0" sldId="256"/>
            <ac:spMk id="12" creationId="{23D09407-53BC-485E-B4CE-BC5E4FC4B25B}"/>
          </ac:spMkLst>
        </pc:spChg>
        <pc:spChg chg="add del">
          <ac:chgData name="Beatriz Martinho Moreira" userId="7febdc12-d31f-476a-ae82-c36056b705fd" providerId="ADAL" clId="{8C9244CE-6B90-49E8-83FC-CB148743C655}" dt="2026-05-20T18:07:50.163" v="26" actId="26606"/>
          <ac:spMkLst>
            <pc:docMk/>
            <pc:sldMk cId="0" sldId="256"/>
            <ac:spMk id="14" creationId="{921DB988-49FC-4608-B0A2-E2F3A4019041}"/>
          </ac:spMkLst>
        </pc:spChg>
        <pc:spChg chg="add">
          <ac:chgData name="Beatriz Martinho Moreira" userId="7febdc12-d31f-476a-ae82-c36056b705fd" providerId="ADAL" clId="{8C9244CE-6B90-49E8-83FC-CB148743C655}" dt="2026-05-20T18:07:50.163" v="26" actId="26606"/>
          <ac:spMkLst>
            <pc:docMk/>
            <pc:sldMk cId="0" sldId="256"/>
            <ac:spMk id="31" creationId="{93245F62-CCC4-49E4-B95B-EA6C1E790510}"/>
          </ac:spMkLst>
        </pc:spChg>
        <pc:spChg chg="add">
          <ac:chgData name="Beatriz Martinho Moreira" userId="7febdc12-d31f-476a-ae82-c36056b705fd" providerId="ADAL" clId="{8C9244CE-6B90-49E8-83FC-CB148743C655}" dt="2026-05-20T18:07:50.163" v="26" actId="26606"/>
          <ac:spMkLst>
            <pc:docMk/>
            <pc:sldMk cId="0" sldId="256"/>
            <ac:spMk id="33" creationId="{E6C0DD6B-6AA3-448F-9B99-8386295BC1B4}"/>
          </ac:spMkLst>
        </pc:spChg>
        <pc:grpChg chg="add del">
          <ac:chgData name="Beatriz Martinho Moreira" userId="7febdc12-d31f-476a-ae82-c36056b705fd" providerId="ADAL" clId="{8C9244CE-6B90-49E8-83FC-CB148743C655}" dt="2026-05-20T18:07:50.163" v="26" actId="26606"/>
          <ac:grpSpMkLst>
            <pc:docMk/>
            <pc:sldMk cId="0" sldId="256"/>
            <ac:grpSpMk id="16" creationId="{E9B930FD-8671-4C4C-ADCF-73AC1D0CD417}"/>
          </ac:grpSpMkLst>
        </pc:grpChg>
        <pc:grpChg chg="add del">
          <ac:chgData name="Beatriz Martinho Moreira" userId="7febdc12-d31f-476a-ae82-c36056b705fd" providerId="ADAL" clId="{8C9244CE-6B90-49E8-83FC-CB148743C655}" dt="2026-05-20T18:07:50.163" v="26" actId="26606"/>
          <ac:grpSpMkLst>
            <pc:docMk/>
            <pc:sldMk cId="0" sldId="256"/>
            <ac:grpSpMk id="22" creationId="{383C2651-AE0C-4AE4-8725-E2F9414FE219}"/>
          </ac:grpSpMkLst>
        </pc:grpChg>
        <pc:picChg chg="add mod">
          <ac:chgData name="Beatriz Martinho Moreira" userId="7febdc12-d31f-476a-ae82-c36056b705fd" providerId="ADAL" clId="{8C9244CE-6B90-49E8-83FC-CB148743C655}" dt="2026-05-20T18:07:50.163" v="26" actId="26606"/>
          <ac:picMkLst>
            <pc:docMk/>
            <pc:sldMk cId="0" sldId="256"/>
            <ac:picMk id="9" creationId="{EFEEB2B3-6F32-63D1-DE3B-266A9DD50C11}"/>
          </ac:picMkLst>
        </pc:picChg>
      </pc:sldChg>
      <pc:sldChg chg="addSp delSp modSp mod ord setBg">
        <pc:chgData name="Beatriz Martinho Moreira" userId="7febdc12-d31f-476a-ae82-c36056b705fd" providerId="ADAL" clId="{8C9244CE-6B90-49E8-83FC-CB148743C655}" dt="2026-05-21T15:08:02.815" v="232"/>
        <pc:sldMkLst>
          <pc:docMk/>
          <pc:sldMk cId="0" sldId="257"/>
        </pc:sldMkLst>
        <pc:spChg chg="mod">
          <ac:chgData name="Beatriz Martinho Moreira" userId="7febdc12-d31f-476a-ae82-c36056b705fd" providerId="ADAL" clId="{8C9244CE-6B90-49E8-83FC-CB148743C655}" dt="2026-05-21T13:43:31.292" v="199" actId="20577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Beatriz Martinho Moreira" userId="7febdc12-d31f-476a-ae82-c36056b705fd" providerId="ADAL" clId="{8C9244CE-6B90-49E8-83FC-CB148743C655}" dt="2026-05-21T13:43:21.762" v="191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Beatriz Martinho Moreira" userId="7febdc12-d31f-476a-ae82-c36056b705fd" providerId="ADAL" clId="{8C9244CE-6B90-49E8-83FC-CB148743C655}" dt="2026-05-20T18:09:47.566" v="31" actId="478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Beatriz Martinho Moreira" userId="7febdc12-d31f-476a-ae82-c36056b705fd" providerId="ADAL" clId="{8C9244CE-6B90-49E8-83FC-CB148743C655}" dt="2026-05-21T13:44:15.677" v="202" actId="931"/>
          <ac:spMkLst>
            <pc:docMk/>
            <pc:sldMk cId="0" sldId="257"/>
            <ac:spMk id="5" creationId="{973340BF-0182-9D97-2870-A8947E7D2284}"/>
          </ac:spMkLst>
        </pc:spChg>
        <pc:spChg chg="add del">
          <ac:chgData name="Beatriz Martinho Moreira" userId="7febdc12-d31f-476a-ae82-c36056b705fd" providerId="ADAL" clId="{8C9244CE-6B90-49E8-83FC-CB148743C655}" dt="2026-05-20T18:10:26.191" v="40" actId="26606"/>
          <ac:spMkLst>
            <pc:docMk/>
            <pc:sldMk cId="0" sldId="257"/>
            <ac:spMk id="8" creationId="{100EDD19-6802-4EC3-95CE-CFFAB042CFD6}"/>
          </ac:spMkLst>
        </pc:spChg>
        <pc:spChg chg="add del mod">
          <ac:chgData name="Beatriz Martinho Moreira" userId="7febdc12-d31f-476a-ae82-c36056b705fd" providerId="ADAL" clId="{8C9244CE-6B90-49E8-83FC-CB148743C655}" dt="2026-05-21T13:45:24.733" v="204" actId="931"/>
          <ac:spMkLst>
            <pc:docMk/>
            <pc:sldMk cId="0" sldId="257"/>
            <ac:spMk id="9" creationId="{53BC81FE-626E-299C-8750-CA9172A37336}"/>
          </ac:spMkLst>
        </pc:spChg>
        <pc:spChg chg="add del">
          <ac:chgData name="Beatriz Martinho Moreira" userId="7febdc12-d31f-476a-ae82-c36056b705fd" providerId="ADAL" clId="{8C9244CE-6B90-49E8-83FC-CB148743C655}" dt="2026-05-20T18:10:26.191" v="40" actId="26606"/>
          <ac:spMkLst>
            <pc:docMk/>
            <pc:sldMk cId="0" sldId="257"/>
            <ac:spMk id="10" creationId="{DB17E863-922E-4C26-BD64-E8FD41D28661}"/>
          </ac:spMkLst>
        </pc:spChg>
        <pc:spChg chg="add del">
          <ac:chgData name="Beatriz Martinho Moreira" userId="7febdc12-d31f-476a-ae82-c36056b705fd" providerId="ADAL" clId="{8C9244CE-6B90-49E8-83FC-CB148743C655}" dt="2026-05-20T18:11:34.037" v="69" actId="26606"/>
          <ac:spMkLst>
            <pc:docMk/>
            <pc:sldMk cId="0" sldId="257"/>
            <ac:spMk id="15" creationId="{100EDD19-6802-4EC3-95CE-CFFAB042CFD6}"/>
          </ac:spMkLst>
        </pc:spChg>
        <pc:spChg chg="add del">
          <ac:chgData name="Beatriz Martinho Moreira" userId="7febdc12-d31f-476a-ae82-c36056b705fd" providerId="ADAL" clId="{8C9244CE-6B90-49E8-83FC-CB148743C655}" dt="2026-05-20T18:11:34.037" v="69" actId="26606"/>
          <ac:spMkLst>
            <pc:docMk/>
            <pc:sldMk cId="0" sldId="257"/>
            <ac:spMk id="17" creationId="{DB17E863-922E-4C26-BD64-E8FD41D28661}"/>
          </ac:spMkLst>
        </pc:spChg>
        <pc:spChg chg="add del">
          <ac:chgData name="Beatriz Martinho Moreira" userId="7febdc12-d31f-476a-ae82-c36056b705fd" providerId="ADAL" clId="{8C9244CE-6B90-49E8-83FC-CB148743C655}" dt="2026-05-21T13:43:21.612" v="190" actId="26606"/>
          <ac:spMkLst>
            <pc:docMk/>
            <pc:sldMk cId="0" sldId="257"/>
            <ac:spMk id="22" creationId="{777A147A-9ED8-46B4-8660-1B3C2AA880B5}"/>
          </ac:spMkLst>
        </pc:spChg>
        <pc:spChg chg="add del">
          <ac:chgData name="Beatriz Martinho Moreira" userId="7febdc12-d31f-476a-ae82-c36056b705fd" providerId="ADAL" clId="{8C9244CE-6B90-49E8-83FC-CB148743C655}" dt="2026-05-21T13:43:21.612" v="190" actId="26606"/>
          <ac:spMkLst>
            <pc:docMk/>
            <pc:sldMk cId="0" sldId="257"/>
            <ac:spMk id="24" creationId="{5D6C15A0-C087-4593-8414-2B4EC1CDC3DE}"/>
          </ac:spMkLst>
        </pc:spChg>
        <pc:spChg chg="add del">
          <ac:chgData name="Beatriz Martinho Moreira" userId="7febdc12-d31f-476a-ae82-c36056b705fd" providerId="ADAL" clId="{8C9244CE-6B90-49E8-83FC-CB148743C655}" dt="2026-05-21T13:43:21.612" v="190" actId="26606"/>
          <ac:spMkLst>
            <pc:docMk/>
            <pc:sldMk cId="0" sldId="257"/>
            <ac:spMk id="29" creationId="{100EDD19-6802-4EC3-95CE-CFFAB042CFD6}"/>
          </ac:spMkLst>
        </pc:spChg>
        <pc:spChg chg="add del">
          <ac:chgData name="Beatriz Martinho Moreira" userId="7febdc12-d31f-476a-ae82-c36056b705fd" providerId="ADAL" clId="{8C9244CE-6B90-49E8-83FC-CB148743C655}" dt="2026-05-21T13:43:21.612" v="190" actId="26606"/>
          <ac:spMkLst>
            <pc:docMk/>
            <pc:sldMk cId="0" sldId="257"/>
            <ac:spMk id="31" creationId="{DB17E863-922E-4C26-BD64-E8FD41D28661}"/>
          </ac:spMkLst>
        </pc:spChg>
        <pc:picChg chg="add del mod ord">
          <ac:chgData name="Beatriz Martinho Moreira" userId="7febdc12-d31f-476a-ae82-c36056b705fd" providerId="ADAL" clId="{8C9244CE-6B90-49E8-83FC-CB148743C655}" dt="2026-05-21T13:44:24.303" v="203" actId="478"/>
          <ac:picMkLst>
            <pc:docMk/>
            <pc:sldMk cId="0" sldId="257"/>
            <ac:picMk id="7" creationId="{03E58850-73FF-17E9-1193-E7180246EA3C}"/>
          </ac:picMkLst>
        </pc:picChg>
        <pc:picChg chg="add mod ord modCrop">
          <ac:chgData name="Beatriz Martinho Moreira" userId="7febdc12-d31f-476a-ae82-c36056b705fd" providerId="ADAL" clId="{8C9244CE-6B90-49E8-83FC-CB148743C655}" dt="2026-05-21T13:45:49.216" v="211" actId="1076"/>
          <ac:picMkLst>
            <pc:docMk/>
            <pc:sldMk cId="0" sldId="257"/>
            <ac:picMk id="11" creationId="{3EB954AD-46D4-C6C5-2E2E-86967900A0A1}"/>
          </ac:picMkLst>
        </pc:picChg>
      </pc:sldChg>
      <pc:sldChg chg="addSp delSp modSp mod setBg">
        <pc:chgData name="Beatriz Martinho Moreira" userId="7febdc12-d31f-476a-ae82-c36056b705fd" providerId="ADAL" clId="{8C9244CE-6B90-49E8-83FC-CB148743C655}" dt="2026-05-20T18:12:27.113" v="100"/>
        <pc:sldMkLst>
          <pc:docMk/>
          <pc:sldMk cId="0" sldId="258"/>
        </pc:sldMkLst>
        <pc:spChg chg="mod">
          <ac:chgData name="Beatriz Martinho Moreira" userId="7febdc12-d31f-476a-ae82-c36056b705fd" providerId="ADAL" clId="{8C9244CE-6B90-49E8-83FC-CB148743C655}" dt="2026-05-20T18:11:28.297" v="68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Beatriz Martinho Moreira" userId="7febdc12-d31f-476a-ae82-c36056b705fd" providerId="ADAL" clId="{8C9244CE-6B90-49E8-83FC-CB148743C655}" dt="2026-05-20T18:11:28.297" v="68" actId="26606"/>
          <ac:spMkLst>
            <pc:docMk/>
            <pc:sldMk cId="0" sldId="258"/>
            <ac:spMk id="3" creationId="{00000000-0000-0000-0000-000000000000}"/>
          </ac:spMkLst>
        </pc:spChg>
        <pc:spChg chg="del">
          <ac:chgData name="Beatriz Martinho Moreira" userId="7febdc12-d31f-476a-ae82-c36056b705fd" providerId="ADAL" clId="{8C9244CE-6B90-49E8-83FC-CB148743C655}" dt="2026-05-20T18:11:24.420" v="67" actId="478"/>
          <ac:spMkLst>
            <pc:docMk/>
            <pc:sldMk cId="0" sldId="258"/>
            <ac:spMk id="4" creationId="{00000000-0000-0000-0000-000000000000}"/>
          </ac:spMkLst>
        </pc:spChg>
        <pc:spChg chg="add">
          <ac:chgData name="Beatriz Martinho Moreira" userId="7febdc12-d31f-476a-ae82-c36056b705fd" providerId="ADAL" clId="{8C9244CE-6B90-49E8-83FC-CB148743C655}" dt="2026-05-20T18:11:28.297" v="68" actId="26606"/>
          <ac:spMkLst>
            <pc:docMk/>
            <pc:sldMk cId="0" sldId="258"/>
            <ac:spMk id="8" creationId="{777A147A-9ED8-46B4-8660-1B3C2AA880B5}"/>
          </ac:spMkLst>
        </pc:spChg>
        <pc:spChg chg="add">
          <ac:chgData name="Beatriz Martinho Moreira" userId="7febdc12-d31f-476a-ae82-c36056b705fd" providerId="ADAL" clId="{8C9244CE-6B90-49E8-83FC-CB148743C655}" dt="2026-05-20T18:11:28.297" v="68" actId="26606"/>
          <ac:spMkLst>
            <pc:docMk/>
            <pc:sldMk cId="0" sldId="258"/>
            <ac:spMk id="10" creationId="{5D6C15A0-C087-4593-8414-2B4EC1CDC3DE}"/>
          </ac:spMkLst>
        </pc:spChg>
      </pc:sldChg>
      <pc:sldChg chg="addSp delSp modSp mod setBg">
        <pc:chgData name="Beatriz Martinho Moreira" userId="7febdc12-d31f-476a-ae82-c36056b705fd" providerId="ADAL" clId="{8C9244CE-6B90-49E8-83FC-CB148743C655}" dt="2026-05-21T14:59:28.670" v="223" actId="20577"/>
        <pc:sldMkLst>
          <pc:docMk/>
          <pc:sldMk cId="0" sldId="259"/>
        </pc:sldMkLst>
        <pc:spChg chg="mod">
          <ac:chgData name="Beatriz Martinho Moreira" userId="7febdc12-d31f-476a-ae82-c36056b705fd" providerId="ADAL" clId="{8C9244CE-6B90-49E8-83FC-CB148743C655}" dt="2026-05-20T18:11:52.611" v="92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Beatriz Martinho Moreira" userId="7febdc12-d31f-476a-ae82-c36056b705fd" providerId="ADAL" clId="{8C9244CE-6B90-49E8-83FC-CB148743C655}" dt="2026-05-21T14:59:28.670" v="223" actId="20577"/>
          <ac:spMkLst>
            <pc:docMk/>
            <pc:sldMk cId="0" sldId="259"/>
            <ac:spMk id="3" creationId="{00000000-0000-0000-0000-000000000000}"/>
          </ac:spMkLst>
        </pc:spChg>
        <pc:spChg chg="del">
          <ac:chgData name="Beatriz Martinho Moreira" userId="7febdc12-d31f-476a-ae82-c36056b705fd" providerId="ADAL" clId="{8C9244CE-6B90-49E8-83FC-CB148743C655}" dt="2026-05-20T18:11:42.984" v="80" actId="478"/>
          <ac:spMkLst>
            <pc:docMk/>
            <pc:sldMk cId="0" sldId="259"/>
            <ac:spMk id="4" creationId="{00000000-0000-0000-0000-000000000000}"/>
          </ac:spMkLst>
        </pc:spChg>
        <pc:spChg chg="add">
          <ac:chgData name="Beatriz Martinho Moreira" userId="7febdc12-d31f-476a-ae82-c36056b705fd" providerId="ADAL" clId="{8C9244CE-6B90-49E8-83FC-CB148743C655}" dt="2026-05-20T18:11:52.611" v="92" actId="26606"/>
          <ac:spMkLst>
            <pc:docMk/>
            <pc:sldMk cId="0" sldId="259"/>
            <ac:spMk id="8" creationId="{777A147A-9ED8-46B4-8660-1B3C2AA880B5}"/>
          </ac:spMkLst>
        </pc:spChg>
        <pc:spChg chg="add">
          <ac:chgData name="Beatriz Martinho Moreira" userId="7febdc12-d31f-476a-ae82-c36056b705fd" providerId="ADAL" clId="{8C9244CE-6B90-49E8-83FC-CB148743C655}" dt="2026-05-20T18:11:52.611" v="92" actId="26606"/>
          <ac:spMkLst>
            <pc:docMk/>
            <pc:sldMk cId="0" sldId="259"/>
            <ac:spMk id="10" creationId="{5D6C15A0-C087-4593-8414-2B4EC1CDC3DE}"/>
          </ac:spMkLst>
        </pc:spChg>
      </pc:sldChg>
      <pc:sldChg chg="addSp delSp modSp mod setBg">
        <pc:chgData name="Beatriz Martinho Moreira" userId="7febdc12-d31f-476a-ae82-c36056b705fd" providerId="ADAL" clId="{8C9244CE-6B90-49E8-83FC-CB148743C655}" dt="2026-05-21T15:00:25.382" v="230" actId="20577"/>
        <pc:sldMkLst>
          <pc:docMk/>
          <pc:sldMk cId="0" sldId="260"/>
        </pc:sldMkLst>
        <pc:spChg chg="mod">
          <ac:chgData name="Beatriz Martinho Moreira" userId="7febdc12-d31f-476a-ae82-c36056b705fd" providerId="ADAL" clId="{8C9244CE-6B90-49E8-83FC-CB148743C655}" dt="2026-05-21T13:43:40.693" v="200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Beatriz Martinho Moreira" userId="7febdc12-d31f-476a-ae82-c36056b705fd" providerId="ADAL" clId="{8C9244CE-6B90-49E8-83FC-CB148743C655}" dt="2026-05-21T15:00:25.382" v="230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Beatriz Martinho Moreira" userId="7febdc12-d31f-476a-ae82-c36056b705fd" providerId="ADAL" clId="{8C9244CE-6B90-49E8-83FC-CB148743C655}" dt="2026-05-20T18:11:49.842" v="91" actId="478"/>
          <ac:spMkLst>
            <pc:docMk/>
            <pc:sldMk cId="0" sldId="260"/>
            <ac:spMk id="4" creationId="{00000000-0000-0000-0000-000000000000}"/>
          </ac:spMkLst>
        </pc:spChg>
        <pc:spChg chg="add del">
          <ac:chgData name="Beatriz Martinho Moreira" userId="7febdc12-d31f-476a-ae82-c36056b705fd" providerId="ADAL" clId="{8C9244CE-6B90-49E8-83FC-CB148743C655}" dt="2026-05-20T18:11:59.097" v="94" actId="26606"/>
          <ac:spMkLst>
            <pc:docMk/>
            <pc:sldMk cId="0" sldId="260"/>
            <ac:spMk id="8" creationId="{777A147A-9ED8-46B4-8660-1B3C2AA880B5}"/>
          </ac:spMkLst>
        </pc:spChg>
        <pc:spChg chg="add del">
          <ac:chgData name="Beatriz Martinho Moreira" userId="7febdc12-d31f-476a-ae82-c36056b705fd" providerId="ADAL" clId="{8C9244CE-6B90-49E8-83FC-CB148743C655}" dt="2026-05-20T18:11:59.097" v="94" actId="26606"/>
          <ac:spMkLst>
            <pc:docMk/>
            <pc:sldMk cId="0" sldId="260"/>
            <ac:spMk id="10" creationId="{5D6C15A0-C087-4593-8414-2B4EC1CDC3DE}"/>
          </ac:spMkLst>
        </pc:spChg>
        <pc:spChg chg="add del">
          <ac:chgData name="Beatriz Martinho Moreira" userId="7febdc12-d31f-476a-ae82-c36056b705fd" providerId="ADAL" clId="{8C9244CE-6B90-49E8-83FC-CB148743C655}" dt="2026-05-20T18:12:11.015" v="96" actId="26606"/>
          <ac:spMkLst>
            <pc:docMk/>
            <pc:sldMk cId="0" sldId="260"/>
            <ac:spMk id="12" creationId="{100EDD19-6802-4EC3-95CE-CFFAB042CFD6}"/>
          </ac:spMkLst>
        </pc:spChg>
        <pc:spChg chg="add del">
          <ac:chgData name="Beatriz Martinho Moreira" userId="7febdc12-d31f-476a-ae82-c36056b705fd" providerId="ADAL" clId="{8C9244CE-6B90-49E8-83FC-CB148743C655}" dt="2026-05-20T18:12:11.015" v="96" actId="26606"/>
          <ac:spMkLst>
            <pc:docMk/>
            <pc:sldMk cId="0" sldId="260"/>
            <ac:spMk id="13" creationId="{DB17E863-922E-4C26-BD64-E8FD41D28661}"/>
          </ac:spMkLst>
        </pc:spChg>
        <pc:spChg chg="add del">
          <ac:chgData name="Beatriz Martinho Moreira" userId="7febdc12-d31f-476a-ae82-c36056b705fd" providerId="ADAL" clId="{8C9244CE-6B90-49E8-83FC-CB148743C655}" dt="2026-05-20T18:12:12.829" v="98" actId="26606"/>
          <ac:spMkLst>
            <pc:docMk/>
            <pc:sldMk cId="0" sldId="260"/>
            <ac:spMk id="15" creationId="{777A147A-9ED8-46B4-8660-1B3C2AA880B5}"/>
          </ac:spMkLst>
        </pc:spChg>
        <pc:spChg chg="add del">
          <ac:chgData name="Beatriz Martinho Moreira" userId="7febdc12-d31f-476a-ae82-c36056b705fd" providerId="ADAL" clId="{8C9244CE-6B90-49E8-83FC-CB148743C655}" dt="2026-05-20T18:12:12.829" v="98" actId="26606"/>
          <ac:spMkLst>
            <pc:docMk/>
            <pc:sldMk cId="0" sldId="260"/>
            <ac:spMk id="16" creationId="{5D6C15A0-C087-4593-8414-2B4EC1CDC3DE}"/>
          </ac:spMkLst>
        </pc:spChg>
        <pc:spChg chg="add del">
          <ac:chgData name="Beatriz Martinho Moreira" userId="7febdc12-d31f-476a-ae82-c36056b705fd" providerId="ADAL" clId="{8C9244CE-6B90-49E8-83FC-CB148743C655}" dt="2026-05-20T18:14:34.854" v="146" actId="26606"/>
          <ac:spMkLst>
            <pc:docMk/>
            <pc:sldMk cId="0" sldId="260"/>
            <ac:spMk id="18" creationId="{100EDD19-6802-4EC3-95CE-CFFAB042CFD6}"/>
          </ac:spMkLst>
        </pc:spChg>
        <pc:spChg chg="add del">
          <ac:chgData name="Beatriz Martinho Moreira" userId="7febdc12-d31f-476a-ae82-c36056b705fd" providerId="ADAL" clId="{8C9244CE-6B90-49E8-83FC-CB148743C655}" dt="2026-05-20T18:14:34.854" v="146" actId="26606"/>
          <ac:spMkLst>
            <pc:docMk/>
            <pc:sldMk cId="0" sldId="260"/>
            <ac:spMk id="19" creationId="{DB17E863-922E-4C26-BD64-E8FD41D28661}"/>
          </ac:spMkLst>
        </pc:spChg>
        <pc:spChg chg="add del">
          <ac:chgData name="Beatriz Martinho Moreira" userId="7febdc12-d31f-476a-ae82-c36056b705fd" providerId="ADAL" clId="{8C9244CE-6B90-49E8-83FC-CB148743C655}" dt="2026-05-21T13:43:40.693" v="200" actId="26606"/>
          <ac:spMkLst>
            <pc:docMk/>
            <pc:sldMk cId="0" sldId="260"/>
            <ac:spMk id="24" creationId="{777A147A-9ED8-46B4-8660-1B3C2AA880B5}"/>
          </ac:spMkLst>
        </pc:spChg>
        <pc:spChg chg="add del">
          <ac:chgData name="Beatriz Martinho Moreira" userId="7febdc12-d31f-476a-ae82-c36056b705fd" providerId="ADAL" clId="{8C9244CE-6B90-49E8-83FC-CB148743C655}" dt="2026-05-21T13:43:40.693" v="200" actId="26606"/>
          <ac:spMkLst>
            <pc:docMk/>
            <pc:sldMk cId="0" sldId="260"/>
            <ac:spMk id="26" creationId="{5D6C15A0-C087-4593-8414-2B4EC1CDC3DE}"/>
          </ac:spMkLst>
        </pc:spChg>
        <pc:spChg chg="add">
          <ac:chgData name="Beatriz Martinho Moreira" userId="7febdc12-d31f-476a-ae82-c36056b705fd" providerId="ADAL" clId="{8C9244CE-6B90-49E8-83FC-CB148743C655}" dt="2026-05-21T13:43:40.693" v="200" actId="26606"/>
          <ac:spMkLst>
            <pc:docMk/>
            <pc:sldMk cId="0" sldId="260"/>
            <ac:spMk id="31" creationId="{100EDD19-6802-4EC3-95CE-CFFAB042CFD6}"/>
          </ac:spMkLst>
        </pc:spChg>
        <pc:spChg chg="add">
          <ac:chgData name="Beatriz Martinho Moreira" userId="7febdc12-d31f-476a-ae82-c36056b705fd" providerId="ADAL" clId="{8C9244CE-6B90-49E8-83FC-CB148743C655}" dt="2026-05-21T13:43:40.693" v="200" actId="26606"/>
          <ac:spMkLst>
            <pc:docMk/>
            <pc:sldMk cId="0" sldId="260"/>
            <ac:spMk id="33" creationId="{DB17E863-922E-4C26-BD64-E8FD41D28661}"/>
          </ac:spMkLst>
        </pc:spChg>
      </pc:sldChg>
      <pc:sldChg chg="addSp modSp add mod ord">
        <pc:chgData name="Beatriz Martinho Moreira" userId="7febdc12-d31f-476a-ae82-c36056b705fd" providerId="ADAL" clId="{8C9244CE-6B90-49E8-83FC-CB148743C655}" dt="2026-05-21T15:59:40.768" v="273" actId="1035"/>
        <pc:sldMkLst>
          <pc:docMk/>
          <pc:sldMk cId="2881452758" sldId="261"/>
        </pc:sldMkLst>
        <pc:spChg chg="mod">
          <ac:chgData name="Beatriz Martinho Moreira" userId="7febdc12-d31f-476a-ae82-c36056b705fd" providerId="ADAL" clId="{8C9244CE-6B90-49E8-83FC-CB148743C655}" dt="2026-05-21T15:59:13.612" v="240" actId="1076"/>
          <ac:spMkLst>
            <pc:docMk/>
            <pc:sldMk cId="2881452758" sldId="261"/>
            <ac:spMk id="3" creationId="{88EA1486-8677-1256-1001-3D4E2F76CD62}"/>
          </ac:spMkLst>
        </pc:spChg>
        <pc:picChg chg="add mod">
          <ac:chgData name="Beatriz Martinho Moreira" userId="7febdc12-d31f-476a-ae82-c36056b705fd" providerId="ADAL" clId="{8C9244CE-6B90-49E8-83FC-CB148743C655}" dt="2026-05-21T15:59:40.768" v="273" actId="1035"/>
          <ac:picMkLst>
            <pc:docMk/>
            <pc:sldMk cId="2881452758" sldId="261"/>
            <ac:picMk id="5" creationId="{C0904C0D-80E7-19E5-8C14-017630691EFD}"/>
          </ac:picMkLst>
        </pc:picChg>
      </pc:sldChg>
      <pc:sldMasterChg chg="setBg modSldLayout">
        <pc:chgData name="Beatriz Martinho Moreira" userId="7febdc12-d31f-476a-ae82-c36056b705fd" providerId="ADAL" clId="{8C9244CE-6B90-49E8-83FC-CB148743C655}" dt="2026-05-20T18:11:14.599" v="56"/>
        <pc:sldMasterMkLst>
          <pc:docMk/>
          <pc:sldMasterMk cId="2209977519" sldId="2147483648"/>
        </pc:sldMasterMkLst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3168075583" sldId="2147483649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2614314258" sldId="2147483650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960648375" sldId="2147483651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2782244947" sldId="2147483652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990158736" sldId="2147483653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727027711" sldId="2147483654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1212999818" sldId="2147483655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1840726560" sldId="2147483656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3889236939" sldId="2147483657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2910927964" sldId="2147483658"/>
          </pc:sldLayoutMkLst>
        </pc:sldLayoutChg>
        <pc:sldLayoutChg chg="setBg">
          <pc:chgData name="Beatriz Martinho Moreira" userId="7febdc12-d31f-476a-ae82-c36056b705fd" providerId="ADAL" clId="{8C9244CE-6B90-49E8-83FC-CB148743C655}" dt="2026-05-20T18:11:14.599" v="56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161" y="3577456"/>
            <a:ext cx="8182230" cy="168781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defRPr sz="4800">
                <a:solidFill>
                  <a:srgbClr val="0D3282"/>
                </a:solidFill>
              </a:defRPr>
            </a:pPr>
            <a:r>
              <a:rPr lang="en-US" sz="5700" dirty="0"/>
              <a:t>Checkpoint 1</a:t>
            </a:r>
            <a:br>
              <a:rPr lang="en-US" sz="5700" dirty="0"/>
            </a:br>
            <a:r>
              <a:rPr lang="en-US" sz="5700" dirty="0"/>
              <a:t>Project O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160" y="5660607"/>
            <a:ext cx="8182233" cy="552659"/>
          </a:xfrm>
        </p:spPr>
        <p:txBody>
          <a:bodyPr anchor="t">
            <a:normAutofit/>
          </a:bodyPr>
          <a:lstStyle/>
          <a:p>
            <a:pPr>
              <a:defRPr sz="2000">
                <a:solidFill>
                  <a:srgbClr val="1565C0"/>
                </a:solidFill>
                <a:latin typeface="Segoe UI"/>
              </a:defRPr>
            </a:pPr>
            <a:r>
              <a:rPr lang="en-US" sz="2000" dirty="0"/>
              <a:t>Cloud Computing and Virtualization</a:t>
            </a:r>
          </a:p>
        </p:txBody>
      </p:sp>
      <p:pic>
        <p:nvPicPr>
          <p:cNvPr id="9" name="Graphic 8" descr="Cloud Computing">
            <a:extLst>
              <a:ext uri="{FF2B5EF4-FFF2-40B4-BE49-F238E27FC236}">
                <a16:creationId xmlns:a16="http://schemas.microsoft.com/office/drawing/2014/main" id="{EFEEB2B3-6F32-63D1-DE3B-266A9DD50C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9274" y="591670"/>
            <a:ext cx="2742004" cy="2742004"/>
          </a:xfrm>
          <a:prstGeom prst="rect">
            <a:avLst/>
          </a:prstGeom>
        </p:spPr>
      </p:pic>
      <p:sp>
        <p:nvSpPr>
          <p:cNvPr id="33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5509052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B3CC04C-BEA4-8041-2881-569CE3AF37A4}"/>
              </a:ext>
            </a:extLst>
          </p:cNvPr>
          <p:cNvSpPr txBox="1">
            <a:spLocks/>
          </p:cNvSpPr>
          <p:nvPr/>
        </p:nvSpPr>
        <p:spPr>
          <a:xfrm>
            <a:off x="480884" y="6100268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1565C0"/>
                </a:solidFill>
                <a:latin typeface="Segoe UI"/>
              </a:defRPr>
            </a:pPr>
            <a:r>
              <a:rPr lang="en-US" sz="1400" dirty="0">
                <a:solidFill>
                  <a:srgbClr val="1565C0"/>
                </a:solidFill>
                <a:latin typeface="Segoe UI"/>
              </a:rPr>
              <a:t>Beatriz Moreira Nº25262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32F9-824A-A25C-E30B-FB738FED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438BD35-0525-6C6B-FB3C-41010B606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49EEC-3410-708F-FC80-7FF8A1177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D3282"/>
                </a:solidFill>
              </a:defRPr>
            </a:pPr>
            <a:r>
              <a:rPr lang="pt-PT" sz="4700" dirty="0"/>
              <a:t>Project O (Original)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76EBF69-8D6B-DF25-7C76-658952462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A1486-8677-1256-1001-3D4E2F76C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311156"/>
            <a:ext cx="4668251" cy="3117844"/>
          </a:xfrm>
        </p:spPr>
        <p:txBody>
          <a:bodyPr anchor="ctr">
            <a:normAutofit/>
          </a:bodyPr>
          <a:lstStyle/>
          <a:p>
            <a:endParaRPr lang="pt-PT" sz="1900" dirty="0"/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Simple</a:t>
            </a:r>
            <a:r>
              <a:rPr lang="pt-PT" sz="1900" dirty="0"/>
              <a:t> PHP web </a:t>
            </a:r>
            <a:r>
              <a:rPr lang="pt-PT" sz="1900" dirty="0" err="1"/>
              <a:t>application</a:t>
            </a:r>
            <a:r>
              <a:rPr lang="pt-PT" sz="1900" dirty="0"/>
              <a:t> (Project O)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Single web VM </a:t>
            </a:r>
            <a:r>
              <a:rPr lang="pt-PT" sz="1900" dirty="0" err="1"/>
              <a:t>serving</a:t>
            </a:r>
            <a:r>
              <a:rPr lang="pt-PT" sz="1900" dirty="0"/>
              <a:t> PHP/HTML/JS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Local </a:t>
            </a:r>
            <a:r>
              <a:rPr lang="pt-PT" sz="1900" dirty="0" err="1"/>
              <a:t>filesystem</a:t>
            </a:r>
            <a:r>
              <a:rPr lang="pt-PT" sz="1900" dirty="0"/>
              <a:t> for uploads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Single </a:t>
            </a:r>
            <a:r>
              <a:rPr lang="pt-PT" sz="1900" dirty="0" err="1"/>
              <a:t>relational</a:t>
            </a:r>
            <a:r>
              <a:rPr lang="pt-PT" sz="1900" dirty="0"/>
              <a:t> DB (</a:t>
            </a:r>
            <a:r>
              <a:rPr lang="pt-PT" sz="1900" dirty="0" err="1"/>
              <a:t>Postgres</a:t>
            </a:r>
            <a:r>
              <a:rPr lang="pt-PT" sz="1900" dirty="0"/>
              <a:t>)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WebSocket endpoint on the same single web VM (current/monolithic architecture)</a:t>
            </a:r>
            <a:endParaRPr lang="pt-PT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04C0D-80E7-19E5-8C14-017630691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881" y="2859205"/>
            <a:ext cx="5679423" cy="331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5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D3282"/>
                </a:solidFill>
              </a:defRPr>
            </a:pPr>
            <a:r>
              <a:rPr lang="pt-PT" sz="4300"/>
              <a:t>Main Limitations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 dirty="0"/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Single web server: no horizontal scaling or redundancy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Local sessions: not shareable across nodes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Local uploads: not durable or accessible by multiple nodes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Single DB: single point of failure; no HA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WebSocket on web VM: hard to scale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No load balancer, no automated provisioning, limited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D3282"/>
                </a:solidFill>
              </a:defRPr>
            </a:pPr>
            <a:r>
              <a:rPr lang="pt-PT" sz="3300"/>
              <a:t>Initial Requirements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pt-PT" sz="1900" dirty="0"/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Horizontal web </a:t>
            </a:r>
            <a:r>
              <a:rPr lang="pt-PT" sz="1900" dirty="0" err="1"/>
              <a:t>tier</a:t>
            </a:r>
            <a:r>
              <a:rPr lang="pt-PT" sz="1900" dirty="0"/>
              <a:t> (</a:t>
            </a:r>
            <a:r>
              <a:rPr lang="pt-PT" sz="1900" dirty="0" err="1"/>
              <a:t>multiple</a:t>
            </a:r>
            <a:r>
              <a:rPr lang="pt-PT" sz="1900" dirty="0"/>
              <a:t> web </a:t>
            </a:r>
            <a:r>
              <a:rPr lang="pt-PT" sz="1900" dirty="0" err="1"/>
              <a:t>VMs</a:t>
            </a:r>
            <a:r>
              <a:rPr lang="pt-PT" sz="1900" dirty="0"/>
              <a:t>)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Centralized</a:t>
            </a:r>
            <a:r>
              <a:rPr lang="pt-PT" sz="1900" dirty="0"/>
              <a:t> </a:t>
            </a:r>
            <a:r>
              <a:rPr lang="pt-PT" sz="1900" dirty="0" err="1"/>
              <a:t>sessions</a:t>
            </a:r>
            <a:r>
              <a:rPr lang="pt-PT" sz="1900" dirty="0"/>
              <a:t> (Redis)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Shared</a:t>
            </a:r>
            <a:r>
              <a:rPr lang="pt-PT" sz="1900" dirty="0"/>
              <a:t> </a:t>
            </a:r>
            <a:r>
              <a:rPr lang="pt-PT" sz="1900" dirty="0" err="1"/>
              <a:t>storage</a:t>
            </a:r>
            <a:r>
              <a:rPr lang="pt-PT" sz="1900" dirty="0"/>
              <a:t> for uploads (NFS/</a:t>
            </a:r>
            <a:r>
              <a:rPr lang="pt-PT" sz="1900" dirty="0" err="1"/>
              <a:t>Gluster</a:t>
            </a:r>
            <a:r>
              <a:rPr lang="pt-PT" sz="1900" dirty="0"/>
              <a:t> </a:t>
            </a:r>
            <a:r>
              <a:rPr lang="pt-PT" sz="1900" dirty="0" err="1"/>
              <a:t>or</a:t>
            </a:r>
            <a:r>
              <a:rPr lang="pt-PT" sz="1900" dirty="0"/>
              <a:t> </a:t>
            </a:r>
            <a:r>
              <a:rPr lang="pt-PT" sz="1900" dirty="0" err="1"/>
              <a:t>object</a:t>
            </a:r>
            <a:r>
              <a:rPr lang="pt-PT" sz="1900" dirty="0"/>
              <a:t> </a:t>
            </a:r>
            <a:r>
              <a:rPr lang="pt-PT" sz="1900" dirty="0" err="1"/>
              <a:t>storage</a:t>
            </a:r>
            <a:r>
              <a:rPr lang="pt-PT" sz="1900" dirty="0"/>
              <a:t>)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DB </a:t>
            </a:r>
            <a:r>
              <a:rPr lang="pt-PT" sz="1900" dirty="0" err="1"/>
              <a:t>replication</a:t>
            </a:r>
            <a:r>
              <a:rPr lang="pt-PT" sz="1900" dirty="0"/>
              <a:t> </a:t>
            </a:r>
            <a:r>
              <a:rPr lang="pt-PT" sz="1900" dirty="0" err="1"/>
              <a:t>and</a:t>
            </a:r>
            <a:r>
              <a:rPr lang="pt-PT" sz="1900" dirty="0"/>
              <a:t> </a:t>
            </a:r>
            <a:r>
              <a:rPr lang="pt-PT" sz="1900" dirty="0" err="1"/>
              <a:t>failover</a:t>
            </a:r>
            <a:r>
              <a:rPr lang="pt-PT" sz="1900" dirty="0"/>
              <a:t> (</a:t>
            </a:r>
            <a:r>
              <a:rPr lang="pt-PT" sz="1900" dirty="0" err="1"/>
              <a:t>repmgr</a:t>
            </a:r>
            <a:r>
              <a:rPr lang="pt-PT" sz="1900" dirty="0"/>
              <a:t> </a:t>
            </a:r>
            <a:r>
              <a:rPr lang="pt-PT" sz="1900" dirty="0" err="1"/>
              <a:t>or</a:t>
            </a:r>
            <a:r>
              <a:rPr lang="pt-PT" sz="1900" dirty="0"/>
              <a:t> </a:t>
            </a:r>
            <a:r>
              <a:rPr lang="pt-PT" sz="1900" dirty="0" err="1"/>
              <a:t>Patroni</a:t>
            </a:r>
            <a:r>
              <a:rPr lang="pt-PT" sz="1900" dirty="0"/>
              <a:t>)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Highly-available</a:t>
            </a:r>
            <a:r>
              <a:rPr lang="pt-PT" sz="1900" dirty="0"/>
              <a:t> </a:t>
            </a:r>
            <a:r>
              <a:rPr lang="pt-PT" sz="1900" dirty="0" err="1"/>
              <a:t>load</a:t>
            </a:r>
            <a:r>
              <a:rPr lang="pt-PT" sz="1900" dirty="0"/>
              <a:t> </a:t>
            </a:r>
            <a:r>
              <a:rPr lang="pt-PT" sz="1900" dirty="0" err="1"/>
              <a:t>balancer</a:t>
            </a:r>
            <a:r>
              <a:rPr lang="pt-PT" sz="1900" dirty="0"/>
              <a:t> (</a:t>
            </a:r>
            <a:r>
              <a:rPr lang="pt-PT" sz="1900" dirty="0" err="1"/>
              <a:t>nginx</a:t>
            </a:r>
            <a:r>
              <a:rPr lang="pt-PT" sz="1900" dirty="0"/>
              <a:t>/</a:t>
            </a:r>
            <a:r>
              <a:rPr lang="pt-PT" sz="1900" dirty="0" err="1"/>
              <a:t>HAProxy</a:t>
            </a:r>
            <a:r>
              <a:rPr lang="pt-PT" sz="1900" dirty="0"/>
              <a:t> + </a:t>
            </a:r>
            <a:r>
              <a:rPr lang="pt-PT" sz="1900" dirty="0" err="1"/>
              <a:t>Keepalived</a:t>
            </a:r>
            <a:r>
              <a:rPr lang="pt-PT" sz="1900" dirty="0"/>
              <a:t>)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WebSocket handling embedded in each Web VM (workers) + Redis Pub/Sub for cross-instance messaging; LB sticky sessions when needed</a:t>
            </a:r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Automation</a:t>
            </a:r>
            <a:r>
              <a:rPr lang="pt-PT" sz="1900" dirty="0"/>
              <a:t> </a:t>
            </a:r>
            <a:r>
              <a:rPr lang="pt-PT" sz="1900" dirty="0" err="1"/>
              <a:t>with</a:t>
            </a:r>
            <a:r>
              <a:rPr lang="pt-PT" sz="1900" dirty="0"/>
              <a:t> </a:t>
            </a:r>
            <a:r>
              <a:rPr lang="pt-PT" sz="1900" dirty="0" err="1"/>
              <a:t>Ansible</a:t>
            </a:r>
            <a:r>
              <a:rPr lang="pt-PT" sz="1900" dirty="0"/>
              <a:t> + </a:t>
            </a:r>
            <a:r>
              <a:rPr lang="pt-PT" sz="1900" dirty="0" err="1"/>
              <a:t>Vagrant</a:t>
            </a:r>
            <a:endParaRPr lang="pt-PT" sz="1900" dirty="0"/>
          </a:p>
          <a:p>
            <a:pPr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Basic </a:t>
            </a:r>
            <a:r>
              <a:rPr lang="pt-PT" sz="1900" dirty="0" err="1"/>
              <a:t>monitoring</a:t>
            </a:r>
            <a:r>
              <a:rPr lang="pt-PT" sz="1900" dirty="0"/>
              <a:t> (</a:t>
            </a:r>
            <a:r>
              <a:rPr lang="pt-PT" sz="1900" dirty="0" err="1"/>
              <a:t>Prometheus</a:t>
            </a:r>
            <a:r>
              <a:rPr lang="pt-PT" sz="1900" dirty="0"/>
              <a:t> + </a:t>
            </a:r>
            <a:r>
              <a:rPr lang="pt-PT" sz="1900" dirty="0" err="1"/>
              <a:t>Grafana</a:t>
            </a:r>
            <a:r>
              <a:rPr lang="pt-PT" sz="1900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D3282"/>
                </a:solidFill>
              </a:defRPr>
            </a:pPr>
            <a:r>
              <a:rPr lang="pt-PT" sz="4800" dirty="0" err="1"/>
              <a:t>Simple</a:t>
            </a:r>
            <a:r>
              <a:rPr lang="pt-PT" sz="4800" dirty="0"/>
              <a:t> </a:t>
            </a:r>
            <a:r>
              <a:rPr lang="pt-PT" sz="4800" dirty="0" err="1"/>
              <a:t>Architecture</a:t>
            </a:r>
            <a:r>
              <a:rPr lang="pt-PT" sz="4800" dirty="0"/>
              <a:t> </a:t>
            </a:r>
            <a:r>
              <a:rPr lang="pt-PT" sz="4800" dirty="0" err="1"/>
              <a:t>Diagram</a:t>
            </a:r>
            <a:endParaRPr lang="pt-PT" sz="4700" dirty="0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EB954AD-46D4-C6C5-2E2E-86967900A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37"/>
          <a:stretch>
            <a:fillRect/>
          </a:stretch>
        </p:blipFill>
        <p:spPr>
          <a:xfrm>
            <a:off x="501777" y="1865638"/>
            <a:ext cx="8366920" cy="49923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3200">
                <a:solidFill>
                  <a:srgbClr val="0D3282"/>
                </a:solidFill>
              </a:defRPr>
            </a:pPr>
            <a:r>
              <a:rPr lang="pt-PT" sz="4300"/>
              <a:t>Initial Plan for Solution A (Vagrant/VMs)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Define VM roles in `</a:t>
            </a:r>
            <a:r>
              <a:rPr lang="pt-PT" sz="1900" dirty="0" err="1"/>
              <a:t>Vagrantfile</a:t>
            </a:r>
            <a:r>
              <a:rPr lang="pt-PT" sz="1900" dirty="0"/>
              <a:t>`: </a:t>
            </a:r>
            <a:r>
              <a:rPr lang="pt-PT" sz="1900" dirty="0" err="1"/>
              <a:t>LBs</a:t>
            </a:r>
            <a:r>
              <a:rPr lang="pt-PT" sz="1900" dirty="0"/>
              <a:t>, web nodes, </a:t>
            </a:r>
            <a:r>
              <a:rPr lang="pt-PT" sz="1900" dirty="0" err="1"/>
              <a:t>storage</a:t>
            </a:r>
            <a:r>
              <a:rPr lang="pt-PT" sz="1900" dirty="0"/>
              <a:t>, Redis, DB cluster, WS nodes.</a:t>
            </a:r>
          </a:p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Provision</a:t>
            </a:r>
            <a:r>
              <a:rPr lang="pt-PT" sz="1900" dirty="0"/>
              <a:t> </a:t>
            </a:r>
            <a:r>
              <a:rPr lang="pt-PT" sz="1900" dirty="0" err="1"/>
              <a:t>with</a:t>
            </a:r>
            <a:r>
              <a:rPr lang="pt-PT" sz="1900" dirty="0"/>
              <a:t> </a:t>
            </a:r>
            <a:r>
              <a:rPr lang="pt-PT" sz="1900" dirty="0" err="1"/>
              <a:t>Ansible</a:t>
            </a:r>
            <a:r>
              <a:rPr lang="pt-PT" sz="1900" dirty="0"/>
              <a:t>: </a:t>
            </a:r>
            <a:r>
              <a:rPr lang="pt-PT" sz="1900" dirty="0" err="1"/>
              <a:t>install</a:t>
            </a:r>
            <a:r>
              <a:rPr lang="pt-PT" sz="1900" dirty="0"/>
              <a:t> PHP, web server, </a:t>
            </a:r>
            <a:r>
              <a:rPr lang="pt-PT" sz="1900" dirty="0" err="1"/>
              <a:t>mount</a:t>
            </a:r>
            <a:r>
              <a:rPr lang="pt-PT" sz="1900" dirty="0"/>
              <a:t> </a:t>
            </a:r>
            <a:r>
              <a:rPr lang="pt-PT" sz="1900" dirty="0" err="1"/>
              <a:t>shared</a:t>
            </a:r>
            <a:r>
              <a:rPr lang="pt-PT" sz="1900" dirty="0"/>
              <a:t> </a:t>
            </a:r>
            <a:r>
              <a:rPr lang="pt-PT" sz="1900" dirty="0" err="1"/>
              <a:t>storage</a:t>
            </a:r>
            <a:r>
              <a:rPr lang="pt-PT" sz="1900" dirty="0"/>
              <a:t>, configure Redis </a:t>
            </a:r>
            <a:r>
              <a:rPr lang="pt-PT" sz="1900" dirty="0" err="1"/>
              <a:t>and</a:t>
            </a:r>
            <a:r>
              <a:rPr lang="pt-PT" sz="1900" dirty="0"/>
              <a:t> DB </a:t>
            </a:r>
            <a:r>
              <a:rPr lang="pt-PT" sz="1900" dirty="0" err="1"/>
              <a:t>replication</a:t>
            </a:r>
            <a:r>
              <a:rPr lang="pt-PT" sz="1900" dirty="0"/>
              <a:t>.</a:t>
            </a:r>
          </a:p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Configure </a:t>
            </a:r>
            <a:r>
              <a:rPr lang="pt-PT" sz="1900" dirty="0" err="1"/>
              <a:t>Keepalived</a:t>
            </a:r>
            <a:r>
              <a:rPr lang="pt-PT" sz="1900" dirty="0"/>
              <a:t> </a:t>
            </a:r>
            <a:r>
              <a:rPr lang="pt-PT" sz="1900" dirty="0" err="1"/>
              <a:t>on</a:t>
            </a:r>
            <a:r>
              <a:rPr lang="pt-PT" sz="1900" dirty="0"/>
              <a:t> </a:t>
            </a:r>
            <a:r>
              <a:rPr lang="pt-PT" sz="1900" dirty="0" err="1"/>
              <a:t>LBs</a:t>
            </a:r>
            <a:r>
              <a:rPr lang="pt-PT" sz="1900" dirty="0"/>
              <a:t> for virtual IP </a:t>
            </a:r>
            <a:r>
              <a:rPr lang="pt-PT" sz="1900" dirty="0" err="1"/>
              <a:t>and</a:t>
            </a:r>
            <a:r>
              <a:rPr lang="pt-PT" sz="1900" dirty="0"/>
              <a:t> </a:t>
            </a:r>
            <a:r>
              <a:rPr lang="pt-PT" sz="1900" dirty="0" err="1"/>
              <a:t>health</a:t>
            </a:r>
            <a:r>
              <a:rPr lang="pt-PT" sz="1900" dirty="0"/>
              <a:t> </a:t>
            </a:r>
            <a:r>
              <a:rPr lang="pt-PT" sz="1900" dirty="0" err="1"/>
              <a:t>checks</a:t>
            </a:r>
            <a:r>
              <a:rPr lang="pt-PT" sz="1900" dirty="0"/>
              <a:t>.</a:t>
            </a:r>
          </a:p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Make</a:t>
            </a:r>
            <a:r>
              <a:rPr lang="pt-PT" sz="1900" dirty="0"/>
              <a:t> PHP app </a:t>
            </a:r>
            <a:r>
              <a:rPr lang="pt-PT" sz="1900" dirty="0" err="1"/>
              <a:t>stateless</a:t>
            </a:r>
            <a:r>
              <a:rPr lang="pt-PT" sz="1900" dirty="0"/>
              <a:t>: </a:t>
            </a:r>
            <a:r>
              <a:rPr lang="pt-PT" sz="1900" dirty="0" err="1"/>
              <a:t>switch</a:t>
            </a:r>
            <a:r>
              <a:rPr lang="pt-PT" sz="1900" dirty="0"/>
              <a:t> </a:t>
            </a:r>
            <a:r>
              <a:rPr lang="pt-PT" sz="1900" dirty="0" err="1"/>
              <a:t>session</a:t>
            </a:r>
            <a:r>
              <a:rPr lang="pt-PT" sz="1900" dirty="0"/>
              <a:t> </a:t>
            </a:r>
            <a:r>
              <a:rPr lang="pt-PT" sz="1900" dirty="0" err="1"/>
              <a:t>handler</a:t>
            </a:r>
            <a:r>
              <a:rPr lang="pt-PT" sz="1900" dirty="0"/>
              <a:t> to Redis; </a:t>
            </a:r>
            <a:r>
              <a:rPr lang="pt-PT" sz="1900" dirty="0" err="1"/>
              <a:t>update</a:t>
            </a:r>
            <a:r>
              <a:rPr lang="pt-PT" sz="1900" dirty="0"/>
              <a:t> `</a:t>
            </a:r>
            <a:r>
              <a:rPr lang="pt-PT" sz="1900" dirty="0" err="1"/>
              <a:t>public_html</a:t>
            </a:r>
            <a:r>
              <a:rPr lang="pt-PT" sz="1900" dirty="0"/>
              <a:t>/_</a:t>
            </a:r>
            <a:r>
              <a:rPr lang="pt-PT" sz="1900" dirty="0" err="1"/>
              <a:t>dotenv.php</a:t>
            </a:r>
            <a:r>
              <a:rPr lang="pt-PT" sz="1900" dirty="0"/>
              <a:t>` </a:t>
            </a:r>
            <a:r>
              <a:rPr lang="pt-PT" sz="1900" dirty="0" err="1"/>
              <a:t>if</a:t>
            </a:r>
            <a:r>
              <a:rPr lang="pt-PT" sz="1900" dirty="0"/>
              <a:t> </a:t>
            </a:r>
            <a:r>
              <a:rPr lang="pt-PT" sz="1900" dirty="0" err="1"/>
              <a:t>needed</a:t>
            </a:r>
            <a:r>
              <a:rPr lang="pt-PT" sz="1900" dirty="0"/>
              <a:t>.</a:t>
            </a:r>
          </a:p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Move uploads to </a:t>
            </a:r>
            <a:r>
              <a:rPr lang="pt-PT" sz="1900" dirty="0" err="1"/>
              <a:t>shared</a:t>
            </a:r>
            <a:r>
              <a:rPr lang="pt-PT" sz="1900" dirty="0"/>
              <a:t> </a:t>
            </a:r>
            <a:r>
              <a:rPr lang="pt-PT" sz="1900" dirty="0" err="1"/>
              <a:t>storage</a:t>
            </a:r>
            <a:r>
              <a:rPr lang="pt-PT" sz="1900" dirty="0"/>
              <a:t> </a:t>
            </a:r>
            <a:r>
              <a:rPr lang="pt-PT" sz="1900" dirty="0" err="1"/>
              <a:t>and</a:t>
            </a:r>
            <a:r>
              <a:rPr lang="pt-PT" sz="1900" dirty="0"/>
              <a:t> </a:t>
            </a:r>
            <a:r>
              <a:rPr lang="pt-PT" sz="1900" dirty="0" err="1"/>
              <a:t>update</a:t>
            </a:r>
            <a:r>
              <a:rPr lang="pt-PT" sz="1900" dirty="0"/>
              <a:t> `</a:t>
            </a:r>
            <a:r>
              <a:rPr lang="pt-PT" sz="1900" dirty="0" err="1"/>
              <a:t>upload.php</a:t>
            </a:r>
            <a:r>
              <a:rPr lang="pt-PT" sz="1900" dirty="0"/>
              <a:t>`.</a:t>
            </a:r>
          </a:p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pt-PT" sz="1900" dirty="0"/>
              <a:t>Configure DB </a:t>
            </a:r>
            <a:r>
              <a:rPr lang="pt-PT" sz="1900" dirty="0" err="1"/>
              <a:t>replication</a:t>
            </a:r>
            <a:r>
              <a:rPr lang="pt-PT" sz="1900" dirty="0"/>
              <a:t> + </a:t>
            </a:r>
            <a:r>
              <a:rPr lang="pt-PT" sz="1900" dirty="0" err="1"/>
              <a:t>failover</a:t>
            </a:r>
            <a:r>
              <a:rPr lang="pt-PT" sz="1900" dirty="0"/>
              <a:t>.</a:t>
            </a:r>
          </a:p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en-US" sz="1900" dirty="0"/>
              <a:t>Route WebSocket traffic: keep WebSocket workers embedded in each Web VM, use LB sticky sessions and Redis Pub/Sub to propagate messages between instances.</a:t>
            </a:r>
          </a:p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Add</a:t>
            </a:r>
            <a:r>
              <a:rPr lang="pt-PT" sz="1900" dirty="0"/>
              <a:t> </a:t>
            </a:r>
            <a:r>
              <a:rPr lang="pt-PT" sz="1900" dirty="0" err="1"/>
              <a:t>monitoring</a:t>
            </a:r>
            <a:r>
              <a:rPr lang="pt-PT" sz="1900" dirty="0"/>
              <a:t> (node </a:t>
            </a:r>
            <a:r>
              <a:rPr lang="pt-PT" sz="1900" dirty="0" err="1"/>
              <a:t>exporter</a:t>
            </a:r>
            <a:r>
              <a:rPr lang="pt-PT" sz="1900" dirty="0"/>
              <a:t>, </a:t>
            </a:r>
            <a:r>
              <a:rPr lang="pt-PT" sz="1900" dirty="0" err="1"/>
              <a:t>Prometheus</a:t>
            </a:r>
            <a:r>
              <a:rPr lang="pt-PT" sz="1900" dirty="0"/>
              <a:t>, </a:t>
            </a:r>
            <a:r>
              <a:rPr lang="pt-PT" sz="1900" dirty="0" err="1"/>
              <a:t>Grafana</a:t>
            </a:r>
            <a:r>
              <a:rPr lang="pt-PT" sz="1900" dirty="0"/>
              <a:t>).</a:t>
            </a:r>
          </a:p>
          <a:p>
            <a:pPr>
              <a:buFont typeface="+mj-lt"/>
              <a:buAutoNum type="arabicPeriod"/>
              <a:defRPr sz="1800">
                <a:solidFill>
                  <a:srgbClr val="1565C0"/>
                </a:solidFill>
              </a:defRPr>
            </a:pPr>
            <a:r>
              <a:rPr lang="pt-PT" sz="1900" dirty="0" err="1"/>
              <a:t>Test</a:t>
            </a:r>
            <a:r>
              <a:rPr lang="pt-PT" sz="1900" dirty="0"/>
              <a:t> </a:t>
            </a:r>
            <a:r>
              <a:rPr lang="pt-PT" sz="1900" dirty="0" err="1"/>
              <a:t>scaling</a:t>
            </a:r>
            <a:r>
              <a:rPr lang="pt-PT" sz="1900" dirty="0"/>
              <a:t> </a:t>
            </a:r>
            <a:r>
              <a:rPr lang="pt-PT" sz="1900" dirty="0" err="1"/>
              <a:t>and</a:t>
            </a:r>
            <a:r>
              <a:rPr lang="pt-PT" sz="1900" dirty="0"/>
              <a:t> </a:t>
            </a:r>
            <a:r>
              <a:rPr lang="pt-PT" sz="1900" dirty="0" err="1"/>
              <a:t>failover</a:t>
            </a:r>
            <a:r>
              <a:rPr lang="pt-PT" sz="1900" dirty="0"/>
              <a:t> (</a:t>
            </a:r>
            <a:r>
              <a:rPr lang="pt-PT" sz="1900" dirty="0" err="1"/>
              <a:t>simulate</a:t>
            </a:r>
            <a:r>
              <a:rPr lang="pt-PT" sz="1900" dirty="0"/>
              <a:t> node </a:t>
            </a:r>
            <a:r>
              <a:rPr lang="pt-PT" sz="1900" dirty="0" err="1"/>
              <a:t>failures</a:t>
            </a:r>
            <a:r>
              <a:rPr lang="pt-PT" sz="1900" dirty="0"/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9B02E9-963C-476B-97FC-4298292B9632}">
  <we:reference id="135565c1-a7e4-41ef-a151-04725413e45f" version="2.0.0.0" store="EXCatalog" storeType="EXCatalog"/>
  <we:alternateReferences>
    <we:reference id="WA200005669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352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Checkpoint 1 Project O Analysis</vt:lpstr>
      <vt:lpstr>Project O (Original)</vt:lpstr>
      <vt:lpstr>Main Limitations</vt:lpstr>
      <vt:lpstr>Initial Requirements</vt:lpstr>
      <vt:lpstr>Simple Architecture Diagram</vt:lpstr>
      <vt:lpstr>Initial Plan for Solution A (Vagrant/VMs)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Beatriz Martinho Moreira</cp:lastModifiedBy>
  <cp:revision>1</cp:revision>
  <dcterms:created xsi:type="dcterms:W3CDTF">2013-01-27T09:14:16Z</dcterms:created>
  <dcterms:modified xsi:type="dcterms:W3CDTF">2026-05-21T16:04:44Z</dcterms:modified>
  <cp:category/>
</cp:coreProperties>
</file>